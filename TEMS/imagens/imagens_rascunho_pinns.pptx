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312" r:id="rId3"/>
    <p:sldId id="308" r:id="rId4"/>
    <p:sldId id="309" r:id="rId5"/>
    <p:sldId id="256" r:id="rId6"/>
    <p:sldId id="313" r:id="rId7"/>
    <p:sldId id="314" r:id="rId8"/>
    <p:sldId id="315" r:id="rId9"/>
    <p:sldId id="316" r:id="rId10"/>
    <p:sldId id="317" r:id="rId11"/>
    <p:sldId id="318" r:id="rId12"/>
    <p:sldId id="31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B463"/>
    <a:srgbClr val="F7E3B4"/>
    <a:srgbClr val="FDEBAB"/>
    <a:srgbClr val="0D311E"/>
    <a:srgbClr val="3B6531"/>
    <a:srgbClr val="A0B165"/>
    <a:srgbClr val="0F5B3D"/>
    <a:srgbClr val="808080"/>
    <a:srgbClr val="FECD0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34EB7-89A6-AB0F-4F76-28A478236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6527CD-F199-5517-D609-66B5E4F11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2917CB-2E89-1731-6067-FDAABB09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631F73-16AD-1364-227B-62CCEEEB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402F5-C0FC-02C2-2CD5-B0D48F27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9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73FB7-FA4B-E40E-D967-E32581C79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32E6EC-F08A-4F06-B107-EFA640E4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233DFE-2827-D21F-F113-4CA4D290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B1101D-81B9-2EEB-85B6-360F7A0B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120948-5579-01B6-F8CA-82E99C6E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10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BA620-7120-B2FB-F329-9245AFA3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40D35E-D3AA-C89B-6E93-4232A77E9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47BA0-9FB4-9CA8-2658-7762EA06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705A87-AD05-5644-0784-47A4344E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E3338D-A7D1-CED5-CCDC-FC2884EA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69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DAF4A-DB9F-4844-3032-3276445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244-FE06-FC23-F045-E5CB079D4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C839DE-8C5F-4852-0CEA-1866498F9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3DDA03-4F7E-8E09-05A1-26D285D1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C74FC5-A154-40C6-9DB2-D78D5E3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A6F4C7-64E0-C990-1D3F-D05BA981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6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F30F-A38D-6C53-1DCF-5007BC4D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7E51F9-8EA5-F6FA-1CAF-041427C4C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97CC91-D223-04A1-2F85-BAFD2CF31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56D9BB-D206-343F-F5D8-AFC9252F0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8B22E4-8E9C-6FE1-A142-00562F9B9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0DAA88-E069-5F0B-AE37-54B6E1E3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2E53B4-D014-97B1-AE50-7F2135CB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1CE57B-4AAB-1400-376B-77969151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08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E27EB-B790-EC07-2CF7-9BCE49F0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DFBB82-AB43-123F-6A6A-9EF0FD69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5D4DC4-490E-A982-A953-7E9CC4D4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D69C63-D492-8A51-CAED-928E8D8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93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B6FD87-FF84-91CD-F25A-71B33E5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F7A04B-CB2F-CCC7-C128-E6D553EB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F9C158-CC18-AE75-E394-502105EA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62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BB930-8675-386C-5518-DB51A6E9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DB8946-C5F0-0D67-5BB7-614BCFE28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8DE953-BBBC-2C69-6C09-19456B4B2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BAD24E-FF9A-328B-23B4-DD9025FD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9B321A-A9F6-4B56-180E-64A0DAE7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0775A7-20BA-C46B-AF04-5E636034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13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42C7C-A017-3240-56AC-F0CCCCA9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DE9027-D05D-59E3-3DB6-1757DD904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A27571-E63A-F7FE-721A-4E1C4307D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17634F-4456-EB02-632D-67D66857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8A0C35-3B7F-ED21-B8CE-53061598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C24B43-C9D0-A410-2311-57DBE102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05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8DF3C-2BDA-14A3-BCC0-F9C1A63A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E7BB0F-AF78-D17C-285B-4A50E9B47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D7BCA1-2224-1888-EFDA-C7949A2D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B4BA9-F877-99EC-CEAF-50ED1F86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52A807-3FB9-F9BE-1C94-230A8D4F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4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D86503-60FC-6900-36EB-405147961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66C101-7FEB-D17C-8385-9E9A5F10C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435D49-4F79-74A4-D2CE-4263AC74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BB3C2B-AEBB-2353-8A84-25321446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6AF56-A7DF-B0D3-AF15-3B04E391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09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140F91E-E67C-32B0-9599-87746138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8DF39C-899F-AB9E-94A1-8C8C3EB0F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15486-F3A5-F179-3B68-45125AB29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8466C-DCCE-4FFC-BA0C-BAB5F2C0BEB9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A18DF8-42A8-1901-D288-D5B3011DE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5E102B-B469-01B4-71B8-612C18C77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13200-1025-4160-A600-FB1B3B30EC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16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8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57.png"/><Relationship Id="rId2" Type="http://schemas.openxmlformats.org/officeDocument/2006/relationships/image" Target="../media/image1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60.png"/><Relationship Id="rId5" Type="http://schemas.openxmlformats.org/officeDocument/2006/relationships/image" Target="../media/image510.png"/><Relationship Id="rId15" Type="http://schemas.openxmlformats.org/officeDocument/2006/relationships/image" Target="../media/image60.png"/><Relationship Id="rId10" Type="http://schemas.openxmlformats.org/officeDocument/2006/relationships/image" Target="../media/image2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5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C1200B-47B2-A9DF-6D15-A8EEE3F2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>
            <a:extLst>
              <a:ext uri="{FF2B5EF4-FFF2-40B4-BE49-F238E27FC236}">
                <a16:creationId xmlns:a16="http://schemas.microsoft.com/office/drawing/2014/main" id="{82A83B0A-F458-E64F-D368-26D77309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46" y="1346079"/>
            <a:ext cx="2304473" cy="229339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BC628C-F976-1C58-48D7-430458BC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Uma breve ideia das </a:t>
            </a:r>
            <a:r>
              <a:rPr lang="pt-BR" b="1" dirty="0" err="1"/>
              <a:t>NNs</a:t>
            </a:r>
            <a:r>
              <a:rPr lang="pt-BR" b="1" dirty="0"/>
              <a:t> - Arquitetura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F5D79C-3C38-C9AB-3024-5ED71E483C57}"/>
              </a:ext>
            </a:extLst>
          </p:cNvPr>
          <p:cNvSpPr/>
          <p:nvPr/>
        </p:nvSpPr>
        <p:spPr>
          <a:xfrm>
            <a:off x="0" y="0"/>
            <a:ext cx="3600000" cy="360000"/>
          </a:xfrm>
          <a:prstGeom prst="rect">
            <a:avLst/>
          </a:prstGeom>
          <a:solidFill>
            <a:srgbClr val="0F5B3D"/>
          </a:solidFill>
          <a:ln>
            <a:solidFill>
              <a:srgbClr val="0F5B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+mj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8581824-E748-55ED-10EE-96A6E2D74189}"/>
              </a:ext>
            </a:extLst>
          </p:cNvPr>
          <p:cNvSpPr/>
          <p:nvPr/>
        </p:nvSpPr>
        <p:spPr>
          <a:xfrm>
            <a:off x="8592000" y="0"/>
            <a:ext cx="3600000" cy="360000"/>
          </a:xfrm>
          <a:prstGeom prst="rect">
            <a:avLst/>
          </a:prstGeom>
          <a:solidFill>
            <a:srgbClr val="0F5B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+mj-lt"/>
              </a:rPr>
              <a:t>Q2.2025 – Paulo Silva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AB8DC63-0F3F-EA7F-E5C8-9C11C93FC7AF}"/>
              </a:ext>
            </a:extLst>
          </p:cNvPr>
          <p:cNvSpPr/>
          <p:nvPr/>
        </p:nvSpPr>
        <p:spPr>
          <a:xfrm>
            <a:off x="3600000" y="-5125"/>
            <a:ext cx="4992000" cy="360000"/>
          </a:xfrm>
          <a:prstGeom prst="rect">
            <a:avLst/>
          </a:prstGeom>
          <a:solidFill>
            <a:srgbClr val="FECD08"/>
          </a:solidFill>
          <a:ln>
            <a:solidFill>
              <a:srgbClr val="FECD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F5B3D"/>
                </a:solidFill>
                <a:latin typeface="+mj-lt"/>
              </a:rPr>
              <a:t>PINN em Mecânica Computacional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FD2B1126-E902-44C0-9ABA-C90311CB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4570-F7A2-4971-A7B0-10A874DC60FD}" type="slidenum">
              <a:rPr lang="pt-BR" smtClean="0"/>
              <a:t>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6BBFEF9-1923-1314-3DB0-4C5A702F349D}"/>
                  </a:ext>
                </a:extLst>
              </p:cNvPr>
              <p:cNvSpPr txBox="1"/>
              <p:nvPr/>
            </p:nvSpPr>
            <p:spPr>
              <a:xfrm>
                <a:off x="699133" y="1391142"/>
                <a:ext cx="5078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6BBFEF9-1923-1314-3DB0-4C5A702F3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3" y="1391142"/>
                <a:ext cx="507895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7D0EF4C-F912-95DD-A083-985977CB4185}"/>
                  </a:ext>
                </a:extLst>
              </p:cNvPr>
              <p:cNvSpPr txBox="1"/>
              <p:nvPr/>
            </p:nvSpPr>
            <p:spPr>
              <a:xfrm>
                <a:off x="699133" y="2017027"/>
                <a:ext cx="5078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7D0EF4C-F912-95DD-A083-985977CB4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3" y="2017027"/>
                <a:ext cx="50789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89E10C1-4BCE-9EBA-CD44-43F9FAE1438D}"/>
                  </a:ext>
                </a:extLst>
              </p:cNvPr>
              <p:cNvSpPr txBox="1"/>
              <p:nvPr/>
            </p:nvSpPr>
            <p:spPr>
              <a:xfrm>
                <a:off x="689514" y="3170657"/>
                <a:ext cx="5175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89E10C1-4BCE-9EBA-CD44-43F9FAE14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14" y="3170657"/>
                <a:ext cx="5175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861BB1E-B189-EBA9-AA99-3650EA514DEB}"/>
                  </a:ext>
                </a:extLst>
              </p:cNvPr>
              <p:cNvSpPr txBox="1"/>
              <p:nvPr/>
            </p:nvSpPr>
            <p:spPr>
              <a:xfrm>
                <a:off x="1764029" y="1607716"/>
                <a:ext cx="5623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861BB1E-B189-EBA9-AA99-3650EA514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29" y="1607716"/>
                <a:ext cx="562397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3F54D787-BC11-CBB6-411B-A34E470808D0}"/>
                  </a:ext>
                </a:extLst>
              </p:cNvPr>
              <p:cNvSpPr txBox="1"/>
              <p:nvPr/>
            </p:nvSpPr>
            <p:spPr>
              <a:xfrm>
                <a:off x="1867874" y="3005198"/>
                <a:ext cx="5720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3F54D787-BC11-CBB6-411B-A34E4708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874" y="3005198"/>
                <a:ext cx="57201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FB44820-F1A9-BAFB-DD50-E63471104D66}"/>
                  </a:ext>
                </a:extLst>
              </p:cNvPr>
              <p:cNvSpPr txBox="1"/>
              <p:nvPr/>
            </p:nvSpPr>
            <p:spPr>
              <a:xfrm>
                <a:off x="2905009" y="2671642"/>
                <a:ext cx="3914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FB44820-F1A9-BAFB-DD50-E6347110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09" y="2671642"/>
                <a:ext cx="391453" cy="400110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4A23504A-5597-6B2D-D6CB-7B5527DFA23C}"/>
                  </a:ext>
                </a:extLst>
              </p:cNvPr>
              <p:cNvSpPr txBox="1"/>
              <p:nvPr/>
            </p:nvSpPr>
            <p:spPr>
              <a:xfrm>
                <a:off x="1764028" y="1989319"/>
                <a:ext cx="5623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4A23504A-5597-6B2D-D6CB-7B5527DF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28" y="1989319"/>
                <a:ext cx="562397" cy="400110"/>
              </a:xfrm>
              <a:prstGeom prst="rect">
                <a:avLst/>
              </a:prstGeom>
              <a:blipFill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Imagem 34">
            <a:extLst>
              <a:ext uri="{FF2B5EF4-FFF2-40B4-BE49-F238E27FC236}">
                <a16:creationId xmlns:a16="http://schemas.microsoft.com/office/drawing/2014/main" id="{AABF131E-DAF1-5EBE-18EF-6290F8ECA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3119" y="1690688"/>
            <a:ext cx="4200624" cy="32033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47A3C25-C346-CE49-79D8-34AF906B4ADB}"/>
                  </a:ext>
                </a:extLst>
              </p:cNvPr>
              <p:cNvSpPr txBox="1"/>
              <p:nvPr/>
            </p:nvSpPr>
            <p:spPr>
              <a:xfrm>
                <a:off x="3673140" y="2214834"/>
                <a:ext cx="3850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47A3C25-C346-CE49-79D8-34AF906B4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140" y="2214834"/>
                <a:ext cx="38504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56E76F0-8BEF-F50E-43A7-BCE1B88D5F0D}"/>
                  </a:ext>
                </a:extLst>
              </p:cNvPr>
              <p:cNvSpPr txBox="1"/>
              <p:nvPr/>
            </p:nvSpPr>
            <p:spPr>
              <a:xfrm>
                <a:off x="3673140" y="2816196"/>
                <a:ext cx="3914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56E76F0-8BEF-F50E-43A7-BCE1B88D5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140" y="2816196"/>
                <a:ext cx="391453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9CA954A-382B-2EF1-D2D7-9FED4ECADAB6}"/>
                  </a:ext>
                </a:extLst>
              </p:cNvPr>
              <p:cNvSpPr txBox="1"/>
              <p:nvPr/>
            </p:nvSpPr>
            <p:spPr>
              <a:xfrm>
                <a:off x="3673140" y="3350932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9CA954A-382B-2EF1-D2D7-9FED4ECAD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140" y="3350932"/>
                <a:ext cx="37061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18F79F8C-F9BB-A188-A563-A759D964CF40}"/>
                  </a:ext>
                </a:extLst>
              </p:cNvPr>
              <p:cNvSpPr txBox="1"/>
              <p:nvPr/>
            </p:nvSpPr>
            <p:spPr>
              <a:xfrm>
                <a:off x="3693177" y="3922432"/>
                <a:ext cx="3449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18F79F8C-F9BB-A188-A563-A759D964C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177" y="3922432"/>
                <a:ext cx="3449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87C838A-A53C-4216-749D-4AF44C2516C9}"/>
                  </a:ext>
                </a:extLst>
              </p:cNvPr>
              <p:cNvSpPr txBox="1"/>
              <p:nvPr/>
            </p:nvSpPr>
            <p:spPr>
              <a:xfrm>
                <a:off x="7906324" y="2794079"/>
                <a:ext cx="4026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87C838A-A53C-4216-749D-4AF44C251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4" y="2794079"/>
                <a:ext cx="402674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6D9651C4-1B13-9A2F-6E25-D171A9760BD7}"/>
                  </a:ext>
                </a:extLst>
              </p:cNvPr>
              <p:cNvSpPr txBox="1"/>
              <p:nvPr/>
            </p:nvSpPr>
            <p:spPr>
              <a:xfrm>
                <a:off x="7906324" y="3373107"/>
                <a:ext cx="4026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6D9651C4-1B13-9A2F-6E25-D171A9760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4" y="3373107"/>
                <a:ext cx="402674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43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CD0F5D-CFD4-ADBB-0D8D-2B2F7419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4570-F7A2-4971-A7B0-10A874DC60FD}" type="slidenum">
              <a:rPr lang="pt-BR" smtClean="0"/>
              <a:t>2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CF406C3-C8F8-15EC-3F14-528060EC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229956"/>
            <a:ext cx="3822700" cy="299130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B42CE7-77FB-3874-3381-9EC65A81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3583250"/>
            <a:ext cx="3822700" cy="2928750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1ECC8FEC-C0A2-3370-3F17-EAC27605BE96}"/>
              </a:ext>
            </a:extLst>
          </p:cNvPr>
          <p:cNvSpPr/>
          <p:nvPr/>
        </p:nvSpPr>
        <p:spPr>
          <a:xfrm>
            <a:off x="2565400" y="2959100"/>
            <a:ext cx="396000" cy="39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CB3D76F-5CBA-CAB4-01D2-BBD1E731F780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2961400" y="573800"/>
            <a:ext cx="1940800" cy="25833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5FE3D93-9384-22CA-BFBD-FB83B88D0A92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2961400" y="1448988"/>
            <a:ext cx="1940800" cy="17081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9C2160F-1A4F-3513-21F3-DF7AE7DE4226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2961400" y="2173099"/>
            <a:ext cx="1940800" cy="98400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96A1C9D-B1FE-E028-B934-7C9040A0194A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2961400" y="2959100"/>
            <a:ext cx="1940800" cy="1980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2E66AEE-473B-9B53-35F8-C1EDFD728AC3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961400" y="3157100"/>
            <a:ext cx="1940800" cy="63822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E3BE00F4-ECB5-1D85-F797-D1637AEA4C39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961400" y="3157100"/>
            <a:ext cx="1940800" cy="13895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5F3FDE15-10BC-645B-E2C7-A23ACB6D0C4B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961400" y="3157100"/>
            <a:ext cx="2042400" cy="22519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F9C7C21D-7E2E-1D0E-11A1-10F2ED6514D7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961400" y="3157100"/>
            <a:ext cx="2042400" cy="29897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14B29637-EF63-F7CD-574B-C63D5B32BCF7}"/>
                  </a:ext>
                </a:extLst>
              </p:cNvPr>
              <p:cNvSpPr txBox="1"/>
              <p:nvPr/>
            </p:nvSpPr>
            <p:spPr>
              <a:xfrm>
                <a:off x="2174880" y="2954990"/>
                <a:ext cx="3850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14B29637-EF63-F7CD-574B-C63D5B32B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880" y="2954990"/>
                <a:ext cx="38504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9D40D25-A831-2C9D-3BF2-A60A330A6C29}"/>
                  </a:ext>
                </a:extLst>
              </p:cNvPr>
              <p:cNvSpPr txBox="1"/>
              <p:nvPr/>
            </p:nvSpPr>
            <p:spPr>
              <a:xfrm>
                <a:off x="8610600" y="1525554"/>
                <a:ext cx="3914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9D40D25-A831-2C9D-3BF2-A60A330A6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1525554"/>
                <a:ext cx="39145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1BFEAE4-F058-0728-D5C8-986D35AFDB93}"/>
                  </a:ext>
                </a:extLst>
              </p:cNvPr>
              <p:cNvSpPr txBox="1"/>
              <p:nvPr/>
            </p:nvSpPr>
            <p:spPr>
              <a:xfrm>
                <a:off x="8576229" y="4836440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1BFEAE4-F058-0728-D5C8-986D35AFD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229" y="4836440"/>
                <a:ext cx="39626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86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7C651-866A-100A-05E2-7FA2A081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6AFB7A-2FB9-23F5-C24F-E0CB7E67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4570-F7A2-4971-A7B0-10A874DC60FD}" type="slidenum">
              <a:rPr lang="pt-BR" smtClean="0"/>
              <a:t>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163EEA-BD6E-26B5-B61C-382C472CD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044" y="2438400"/>
            <a:ext cx="5760000" cy="27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9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8C39-C04F-2AEC-FB1A-75ED9B13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330048-EFB9-71E4-D2D3-39010502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4570-F7A2-4971-A7B0-10A874DC60FD}" type="slidenum">
              <a:rPr lang="pt-BR" smtClean="0"/>
              <a:t>4</a:t>
            </a:fld>
            <a:endParaRPr lang="pt-BR"/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A56D518B-330B-D1C1-A894-5ECCF51B6781}"/>
              </a:ext>
            </a:extLst>
          </p:cNvPr>
          <p:cNvCxnSpPr>
            <a:cxnSpLocks/>
            <a:stCxn id="64" idx="6"/>
            <a:endCxn id="21" idx="2"/>
          </p:cNvCxnSpPr>
          <p:nvPr/>
        </p:nvCxnSpPr>
        <p:spPr>
          <a:xfrm>
            <a:off x="6977533" y="3454360"/>
            <a:ext cx="887917" cy="64596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23BCCB96-08AE-0995-44E7-624AA6CC7C3C}"/>
              </a:ext>
            </a:extLst>
          </p:cNvPr>
          <p:cNvCxnSpPr>
            <a:cxnSpLocks/>
            <a:stCxn id="64" idx="6"/>
            <a:endCxn id="20" idx="2"/>
          </p:cNvCxnSpPr>
          <p:nvPr/>
        </p:nvCxnSpPr>
        <p:spPr>
          <a:xfrm flipV="1">
            <a:off x="6977533" y="3380323"/>
            <a:ext cx="887917" cy="740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632B18E4-CE84-BEAD-7C85-0A80D54B1B3D}"/>
              </a:ext>
            </a:extLst>
          </p:cNvPr>
          <p:cNvCxnSpPr>
            <a:cxnSpLocks/>
            <a:stCxn id="64" idx="6"/>
            <a:endCxn id="19" idx="2"/>
          </p:cNvCxnSpPr>
          <p:nvPr/>
        </p:nvCxnSpPr>
        <p:spPr>
          <a:xfrm flipV="1">
            <a:off x="6977533" y="2716385"/>
            <a:ext cx="887917" cy="737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BC257349-D472-C5BC-6290-83F5C0EC8342}"/>
              </a:ext>
            </a:extLst>
          </p:cNvPr>
          <p:cNvCxnSpPr>
            <a:cxnSpLocks/>
            <a:stCxn id="64" idx="6"/>
            <a:endCxn id="18" idx="2"/>
          </p:cNvCxnSpPr>
          <p:nvPr/>
        </p:nvCxnSpPr>
        <p:spPr>
          <a:xfrm flipV="1">
            <a:off x="6977533" y="2079435"/>
            <a:ext cx="887917" cy="13749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1E98552B-580F-64F6-306A-8E65589E96EE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 flipV="1">
            <a:off x="6977533" y="2716385"/>
            <a:ext cx="887917" cy="805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41E8EF70-BAFB-9678-CEA5-8AD47FE557B5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6977533" y="2796939"/>
            <a:ext cx="887917" cy="58338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017BAEAB-E7B0-7E4D-8A49-498A5A24F2F4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>
            <a:off x="6977533" y="2796939"/>
            <a:ext cx="887917" cy="130338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CA67DD1C-5E7D-828E-5D2F-9B64362AE77F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 flipV="1">
            <a:off x="6977533" y="2079435"/>
            <a:ext cx="887917" cy="71750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B32F3656-0485-873A-2E58-E7B61C93DC2F}"/>
              </a:ext>
            </a:extLst>
          </p:cNvPr>
          <p:cNvSpPr/>
          <p:nvPr/>
        </p:nvSpPr>
        <p:spPr>
          <a:xfrm>
            <a:off x="4027645" y="2619435"/>
            <a:ext cx="360000" cy="360000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AF80DE3-995E-7958-2269-D0578BCBED43}"/>
              </a:ext>
            </a:extLst>
          </p:cNvPr>
          <p:cNvSpPr/>
          <p:nvPr/>
        </p:nvSpPr>
        <p:spPr>
          <a:xfrm>
            <a:off x="4027645" y="3256385"/>
            <a:ext cx="360000" cy="360000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0E29977-36CB-1A0E-2C85-2BE0592C9805}"/>
              </a:ext>
            </a:extLst>
          </p:cNvPr>
          <p:cNvSpPr/>
          <p:nvPr/>
        </p:nvSpPr>
        <p:spPr>
          <a:xfrm>
            <a:off x="4957153" y="2259435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A5383C-7B7F-0133-8B54-782F3BCE6D38}"/>
              </a:ext>
            </a:extLst>
          </p:cNvPr>
          <p:cNvSpPr/>
          <p:nvPr/>
        </p:nvSpPr>
        <p:spPr>
          <a:xfrm>
            <a:off x="4957153" y="2896385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72E773F-22D1-5A3A-9386-ECDA1D02FF7D}"/>
              </a:ext>
            </a:extLst>
          </p:cNvPr>
          <p:cNvSpPr/>
          <p:nvPr/>
        </p:nvSpPr>
        <p:spPr>
          <a:xfrm>
            <a:off x="4957153" y="3560323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8BB094E-5098-F284-CD3B-F0CDC9F42E7B}"/>
              </a:ext>
            </a:extLst>
          </p:cNvPr>
          <p:cNvSpPr/>
          <p:nvPr/>
        </p:nvSpPr>
        <p:spPr>
          <a:xfrm>
            <a:off x="5787343" y="2259435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B2D470D-56EE-BB0B-C9C6-6F272D2234A7}"/>
              </a:ext>
            </a:extLst>
          </p:cNvPr>
          <p:cNvSpPr/>
          <p:nvPr/>
        </p:nvSpPr>
        <p:spPr>
          <a:xfrm>
            <a:off x="5787343" y="2896385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F4A4DEB-064D-B9C8-E873-7470778F5A6B}"/>
              </a:ext>
            </a:extLst>
          </p:cNvPr>
          <p:cNvSpPr/>
          <p:nvPr/>
        </p:nvSpPr>
        <p:spPr>
          <a:xfrm>
            <a:off x="5787343" y="3560323"/>
            <a:ext cx="360000" cy="36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58A3D57-96BF-0F60-892D-EC4B806FAB7D}"/>
              </a:ext>
            </a:extLst>
          </p:cNvPr>
          <p:cNvSpPr/>
          <p:nvPr/>
        </p:nvSpPr>
        <p:spPr>
          <a:xfrm>
            <a:off x="6617533" y="2616939"/>
            <a:ext cx="360000" cy="360000"/>
          </a:xfrm>
          <a:prstGeom prst="ellipse">
            <a:avLst/>
          </a:prstGeom>
          <a:solidFill>
            <a:srgbClr val="FECD08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F94EEE2-74A9-4912-6BA9-C56C191E9D7F}"/>
              </a:ext>
            </a:extLst>
          </p:cNvPr>
          <p:cNvSpPr/>
          <p:nvPr/>
        </p:nvSpPr>
        <p:spPr>
          <a:xfrm>
            <a:off x="7865450" y="1899435"/>
            <a:ext cx="360000" cy="360000"/>
          </a:xfrm>
          <a:prstGeom prst="ellipse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F80C76A-6DAA-6EC2-746B-DCEB7B950E1E}"/>
              </a:ext>
            </a:extLst>
          </p:cNvPr>
          <p:cNvSpPr/>
          <p:nvPr/>
        </p:nvSpPr>
        <p:spPr>
          <a:xfrm>
            <a:off x="7865450" y="2536385"/>
            <a:ext cx="360000" cy="360000"/>
          </a:xfrm>
          <a:prstGeom prst="ellipse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4E27296-79E5-EDF8-DEA3-DB57BA616C58}"/>
              </a:ext>
            </a:extLst>
          </p:cNvPr>
          <p:cNvSpPr/>
          <p:nvPr/>
        </p:nvSpPr>
        <p:spPr>
          <a:xfrm>
            <a:off x="7865450" y="3200323"/>
            <a:ext cx="360000" cy="360000"/>
          </a:xfrm>
          <a:prstGeom prst="ellipse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E1C425-4318-BA99-BFA3-B0674FDDD845}"/>
              </a:ext>
            </a:extLst>
          </p:cNvPr>
          <p:cNvSpPr/>
          <p:nvPr/>
        </p:nvSpPr>
        <p:spPr>
          <a:xfrm>
            <a:off x="7865450" y="3920323"/>
            <a:ext cx="360000" cy="360000"/>
          </a:xfrm>
          <a:prstGeom prst="ellipse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97CD01CD-EB1E-C283-B700-CDE924473263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4387645" y="2439435"/>
            <a:ext cx="569508" cy="360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E5B0C22B-EE14-ABDF-1001-E0B1104BF0B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4387645" y="2799435"/>
            <a:ext cx="569508" cy="2769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FB0CDB6-88BA-06E7-1290-D392D79735E6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387645" y="3076385"/>
            <a:ext cx="569508" cy="360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44623F6-53BE-8FB8-540D-56C5E6380402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4387645" y="3436385"/>
            <a:ext cx="569508" cy="3039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3537BF51-02D6-74F7-35DD-30022573BA73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4387645" y="2439435"/>
            <a:ext cx="569508" cy="9969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C98DFE3-8DD8-93C2-77DF-B595B76CDAA1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4387645" y="2799435"/>
            <a:ext cx="569508" cy="9408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C6A39E3-35FF-CD6D-56D7-520D0CCCFCFF}"/>
              </a:ext>
            </a:extLst>
          </p:cNvPr>
          <p:cNvCxnSpPr>
            <a:stCxn id="8" idx="6"/>
            <a:endCxn id="11" idx="2"/>
          </p:cNvCxnSpPr>
          <p:nvPr/>
        </p:nvCxnSpPr>
        <p:spPr>
          <a:xfrm>
            <a:off x="5317153" y="2439435"/>
            <a:ext cx="4701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A58AE7C-E06A-DDDA-E0E3-A69B469EC8E8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5317153" y="2439435"/>
            <a:ext cx="470190" cy="6369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246D5D3F-3395-6267-0F2E-865A7D40B3C1}"/>
              </a:ext>
            </a:extLst>
          </p:cNvPr>
          <p:cNvCxnSpPr>
            <a:stCxn id="8" idx="6"/>
            <a:endCxn id="13" idx="2"/>
          </p:cNvCxnSpPr>
          <p:nvPr/>
        </p:nvCxnSpPr>
        <p:spPr>
          <a:xfrm>
            <a:off x="5317153" y="2439435"/>
            <a:ext cx="470190" cy="13008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727B3D-96B7-5064-2CD8-2BA5AA4577C4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5317153" y="2439435"/>
            <a:ext cx="470190" cy="6369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DDA71C26-1989-01B7-3892-39BA33F781F5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5317153" y="3076385"/>
            <a:ext cx="4701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0D021C41-DF68-9F00-8D79-2EF93C076101}"/>
              </a:ext>
            </a:extLst>
          </p:cNvPr>
          <p:cNvCxnSpPr>
            <a:stCxn id="9" idx="6"/>
            <a:endCxn id="13" idx="2"/>
          </p:cNvCxnSpPr>
          <p:nvPr/>
        </p:nvCxnSpPr>
        <p:spPr>
          <a:xfrm>
            <a:off x="5317153" y="3076385"/>
            <a:ext cx="470190" cy="6639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A59ED040-3397-DAA0-C55E-8E47AB85F7E2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>
            <a:off x="5317153" y="3740323"/>
            <a:ext cx="4701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E2B7E888-9343-2C5A-DE1A-0C720ED84D28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 flipV="1">
            <a:off x="5317153" y="3076385"/>
            <a:ext cx="470190" cy="6639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23850ACF-64B5-7D6D-F0B6-52C9D43AD2EE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5317153" y="2439435"/>
            <a:ext cx="470190" cy="13008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DDA85B95-4B13-E8EC-B96B-DEEF8220D59C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6147343" y="2439435"/>
            <a:ext cx="470190" cy="35750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5FAF9165-4C1F-E62A-7555-FA3FCD3F5F4C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 flipV="1">
            <a:off x="6147343" y="2796939"/>
            <a:ext cx="470190" cy="2794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9278CF85-F3FE-9025-2B6D-8C081AF70FA1}"/>
              </a:ext>
            </a:extLst>
          </p:cNvPr>
          <p:cNvCxnSpPr>
            <a:stCxn id="13" idx="6"/>
            <a:endCxn id="15" idx="2"/>
          </p:cNvCxnSpPr>
          <p:nvPr/>
        </p:nvCxnSpPr>
        <p:spPr>
          <a:xfrm flipV="1">
            <a:off x="6147343" y="2796939"/>
            <a:ext cx="470190" cy="94338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ipse 63">
            <a:extLst>
              <a:ext uri="{FF2B5EF4-FFF2-40B4-BE49-F238E27FC236}">
                <a16:creationId xmlns:a16="http://schemas.microsoft.com/office/drawing/2014/main" id="{84926C81-F0FC-E9D3-2F4D-C9D93D083899}"/>
              </a:ext>
            </a:extLst>
          </p:cNvPr>
          <p:cNvSpPr/>
          <p:nvPr/>
        </p:nvSpPr>
        <p:spPr>
          <a:xfrm>
            <a:off x="6617533" y="3274360"/>
            <a:ext cx="360000" cy="360000"/>
          </a:xfrm>
          <a:prstGeom prst="ellipse">
            <a:avLst/>
          </a:prstGeom>
          <a:solidFill>
            <a:srgbClr val="FECD08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392C3E42-43DD-E261-95C8-63BF82BAD421}"/>
              </a:ext>
            </a:extLst>
          </p:cNvPr>
          <p:cNvCxnSpPr>
            <a:stCxn id="11" idx="6"/>
            <a:endCxn id="64" idx="2"/>
          </p:cNvCxnSpPr>
          <p:nvPr/>
        </p:nvCxnSpPr>
        <p:spPr>
          <a:xfrm>
            <a:off x="6147343" y="2439435"/>
            <a:ext cx="470190" cy="10149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5E6FE304-FB1C-12DC-9E88-D3DD11161A83}"/>
              </a:ext>
            </a:extLst>
          </p:cNvPr>
          <p:cNvCxnSpPr>
            <a:stCxn id="12" idx="6"/>
            <a:endCxn id="64" idx="2"/>
          </p:cNvCxnSpPr>
          <p:nvPr/>
        </p:nvCxnSpPr>
        <p:spPr>
          <a:xfrm>
            <a:off x="6147343" y="3076385"/>
            <a:ext cx="470190" cy="377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F2DE5543-186B-C781-E6E0-52CB2FF1A2CE}"/>
              </a:ext>
            </a:extLst>
          </p:cNvPr>
          <p:cNvCxnSpPr>
            <a:stCxn id="13" idx="6"/>
            <a:endCxn id="64" idx="2"/>
          </p:cNvCxnSpPr>
          <p:nvPr/>
        </p:nvCxnSpPr>
        <p:spPr>
          <a:xfrm flipV="1">
            <a:off x="6147343" y="3454360"/>
            <a:ext cx="470190" cy="28596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FF8D7BB-23E5-753F-3276-B37938156C1E}"/>
              </a:ext>
            </a:extLst>
          </p:cNvPr>
          <p:cNvSpPr/>
          <p:nvPr/>
        </p:nvSpPr>
        <p:spPr>
          <a:xfrm>
            <a:off x="7087723" y="2499517"/>
            <a:ext cx="302853" cy="1240806"/>
          </a:xfrm>
          <a:prstGeom prst="roundRect">
            <a:avLst/>
          </a:prstGeom>
          <a:solidFill>
            <a:schemeClr val="bg2">
              <a:lumMod val="5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DF123DA7-D8A6-013B-CD4F-C9761FF2688C}"/>
                  </a:ext>
                </a:extLst>
              </p:cNvPr>
              <p:cNvSpPr txBox="1"/>
              <p:nvPr/>
            </p:nvSpPr>
            <p:spPr>
              <a:xfrm>
                <a:off x="3702979" y="2592447"/>
                <a:ext cx="36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DF123DA7-D8A6-013B-CD4F-C9761FF26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979" y="2592447"/>
                <a:ext cx="3615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CE8418A5-99F4-4717-7B2B-1F24AF740105}"/>
                  </a:ext>
                </a:extLst>
              </p:cNvPr>
              <p:cNvSpPr txBox="1"/>
              <p:nvPr/>
            </p:nvSpPr>
            <p:spPr>
              <a:xfrm>
                <a:off x="3702978" y="3223947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CE8418A5-99F4-4717-7B2B-1F24AF740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978" y="3223947"/>
                <a:ext cx="364972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F0A16394-1DFE-0EF6-7BA6-53BF8D96FCBE}"/>
                  </a:ext>
                </a:extLst>
              </p:cNvPr>
              <p:cNvSpPr txBox="1"/>
              <p:nvPr/>
            </p:nvSpPr>
            <p:spPr>
              <a:xfrm>
                <a:off x="7058362" y="2607607"/>
                <a:ext cx="3700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ECD08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dirty="0">
                  <a:solidFill>
                    <a:srgbClr val="FECD08"/>
                  </a:solidFill>
                </a:endParaRPr>
              </a:p>
            </p:txBody>
          </p:sp>
        </mc:Choice>
        <mc:Fallback xmlns="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F0A16394-1DFE-0EF6-7BA6-53BF8D96F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362" y="2607607"/>
                <a:ext cx="3700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77257A0E-59D7-E4B0-665A-914037232F4F}"/>
                  </a:ext>
                </a:extLst>
              </p:cNvPr>
              <p:cNvSpPr txBox="1"/>
              <p:nvPr/>
            </p:nvSpPr>
            <p:spPr>
              <a:xfrm>
                <a:off x="7063427" y="3256385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ECD08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pt-BR" dirty="0">
                  <a:solidFill>
                    <a:srgbClr val="FECD08"/>
                  </a:solidFill>
                </a:endParaRPr>
              </a:p>
            </p:txBody>
          </p:sp>
        </mc:Choice>
        <mc:Fallback xmlns="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77257A0E-59D7-E4B0-665A-914037232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427" y="3256385"/>
                <a:ext cx="3649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CaixaDeTexto 99">
                <a:extLst>
                  <a:ext uri="{FF2B5EF4-FFF2-40B4-BE49-F238E27FC236}">
                    <a16:creationId xmlns:a16="http://schemas.microsoft.com/office/drawing/2014/main" id="{B5582CCF-9EA8-EC9F-63F6-9B3FDCA2751F}"/>
                  </a:ext>
                </a:extLst>
              </p:cNvPr>
              <p:cNvSpPr txBox="1"/>
              <p:nvPr/>
            </p:nvSpPr>
            <p:spPr>
              <a:xfrm>
                <a:off x="8225450" y="1870075"/>
                <a:ext cx="326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pt-BR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00" name="CaixaDeTexto 99">
                <a:extLst>
                  <a:ext uri="{FF2B5EF4-FFF2-40B4-BE49-F238E27FC236}">
                    <a16:creationId xmlns:a16="http://schemas.microsoft.com/office/drawing/2014/main" id="{B5582CCF-9EA8-EC9F-63F6-9B3FDCA27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450" y="1870075"/>
                <a:ext cx="32662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31B40E9B-968D-4187-FC18-2F3E8D587487}"/>
                  </a:ext>
                </a:extLst>
              </p:cNvPr>
              <p:cNvSpPr txBox="1"/>
              <p:nvPr/>
            </p:nvSpPr>
            <p:spPr>
              <a:xfrm>
                <a:off x="8225450" y="2547582"/>
                <a:ext cx="5469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|⋅|</m:t>
                      </m:r>
                    </m:oMath>
                  </m:oMathPara>
                </a14:m>
                <a:endParaRPr lang="pt-BR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31B40E9B-968D-4187-FC18-2F3E8D587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450" y="2547582"/>
                <a:ext cx="54694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E55A0464-65EF-C889-3E15-87C7738A757C}"/>
                  </a:ext>
                </a:extLst>
              </p:cNvPr>
              <p:cNvSpPr txBox="1"/>
              <p:nvPr/>
            </p:nvSpPr>
            <p:spPr>
              <a:xfrm>
                <a:off x="8244064" y="3132776"/>
                <a:ext cx="439223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pt-BR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rgbClr val="92D05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E55A0464-65EF-C889-3E15-87C7738A7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064" y="3132776"/>
                <a:ext cx="439223" cy="499560"/>
              </a:xfrm>
              <a:prstGeom prst="rect">
                <a:avLst/>
              </a:prstGeom>
              <a:blipFill>
                <a:blip r:embed="rId8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CaixaDeTexto 102">
                <a:extLst>
                  <a:ext uri="{FF2B5EF4-FFF2-40B4-BE49-F238E27FC236}">
                    <a16:creationId xmlns:a16="http://schemas.microsoft.com/office/drawing/2014/main" id="{96E29176-FC9F-A661-1050-731000451287}"/>
                  </a:ext>
                </a:extLst>
              </p:cNvPr>
              <p:cNvSpPr txBox="1"/>
              <p:nvPr/>
            </p:nvSpPr>
            <p:spPr>
              <a:xfrm>
                <a:off x="8219292" y="3949017"/>
                <a:ext cx="4763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03" name="CaixaDeTexto 102">
                <a:extLst>
                  <a:ext uri="{FF2B5EF4-FFF2-40B4-BE49-F238E27FC236}">
                    <a16:creationId xmlns:a16="http://schemas.microsoft.com/office/drawing/2014/main" id="{96E29176-FC9F-A661-1050-731000451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292" y="3949017"/>
                <a:ext cx="4763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52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80ADB3-C28E-7885-7834-3E1921F34653}"/>
              </a:ext>
            </a:extLst>
          </p:cNvPr>
          <p:cNvSpPr/>
          <p:nvPr/>
        </p:nvSpPr>
        <p:spPr>
          <a:xfrm>
            <a:off x="371195" y="805412"/>
            <a:ext cx="233255" cy="1213281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53665EA-CF49-52BF-D7A2-6681CB7BD7AA}"/>
              </a:ext>
            </a:extLst>
          </p:cNvPr>
          <p:cNvCxnSpPr>
            <a:cxnSpLocks/>
          </p:cNvCxnSpPr>
          <p:nvPr/>
        </p:nvCxnSpPr>
        <p:spPr>
          <a:xfrm>
            <a:off x="604450" y="805412"/>
            <a:ext cx="0" cy="12132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3AED3496-B246-96E2-1615-95C9445D3599}"/>
              </a:ext>
            </a:extLst>
          </p:cNvPr>
          <p:cNvSpPr/>
          <p:nvPr/>
        </p:nvSpPr>
        <p:spPr>
          <a:xfrm>
            <a:off x="604450" y="1197524"/>
            <a:ext cx="2700000" cy="3996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B41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7B9BB57-593C-FEF5-7667-28A29D7D688F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604450" y="1397368"/>
            <a:ext cx="540000" cy="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A555FB9-77ED-0240-7309-BC2FAC7CCF56}"/>
              </a:ext>
            </a:extLst>
          </p:cNvPr>
          <p:cNvCxnSpPr>
            <a:cxnSpLocks/>
          </p:cNvCxnSpPr>
          <p:nvPr/>
        </p:nvCxnSpPr>
        <p:spPr>
          <a:xfrm>
            <a:off x="1144450" y="1397368"/>
            <a:ext cx="540000" cy="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B2E678B-E561-C02B-676A-A1BF23CE7EFF}"/>
              </a:ext>
            </a:extLst>
          </p:cNvPr>
          <p:cNvCxnSpPr>
            <a:cxnSpLocks/>
          </p:cNvCxnSpPr>
          <p:nvPr/>
        </p:nvCxnSpPr>
        <p:spPr>
          <a:xfrm>
            <a:off x="1684450" y="1397368"/>
            <a:ext cx="540000" cy="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BF003DA-AA52-2BCF-4516-D2A11A9BB3FE}"/>
              </a:ext>
            </a:extLst>
          </p:cNvPr>
          <p:cNvCxnSpPr>
            <a:cxnSpLocks/>
          </p:cNvCxnSpPr>
          <p:nvPr/>
        </p:nvCxnSpPr>
        <p:spPr>
          <a:xfrm>
            <a:off x="2224450" y="1397368"/>
            <a:ext cx="540000" cy="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BD5CB4-A985-76C0-0BCD-357A0911F97E}"/>
              </a:ext>
            </a:extLst>
          </p:cNvPr>
          <p:cNvCxnSpPr>
            <a:cxnSpLocks/>
          </p:cNvCxnSpPr>
          <p:nvPr/>
        </p:nvCxnSpPr>
        <p:spPr>
          <a:xfrm>
            <a:off x="2764450" y="1397550"/>
            <a:ext cx="540000" cy="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Curvo 11">
            <a:extLst>
              <a:ext uri="{FF2B5EF4-FFF2-40B4-BE49-F238E27FC236}">
                <a16:creationId xmlns:a16="http://schemas.microsoft.com/office/drawing/2014/main" id="{45BD3283-AD3C-19FA-E42C-5C0AECFCF70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6740" y="1368846"/>
            <a:ext cx="421482" cy="613938"/>
          </a:xfrm>
          <a:prstGeom prst="curvedConnector2">
            <a:avLst/>
          </a:prstGeom>
          <a:ln>
            <a:solidFill>
              <a:srgbClr val="FECD0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764162C-A776-6AEE-67B7-EEF14E7CA697}"/>
                  </a:ext>
                </a:extLst>
              </p:cNvPr>
              <p:cNvSpPr txBox="1"/>
              <p:nvPr/>
            </p:nvSpPr>
            <p:spPr>
              <a:xfrm>
                <a:off x="2384847" y="1759489"/>
                <a:ext cx="1837529" cy="369332"/>
              </a:xfrm>
              <a:prstGeom prst="rect">
                <a:avLst/>
              </a:prstGeom>
              <a:noFill/>
              <a:ln>
                <a:solidFill>
                  <a:srgbClr val="FFFF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pt-BR" sz="1800" b="0" i="1" smtClean="0">
                              <a:solidFill>
                                <a:srgbClr val="0B412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solidFill>
                                <a:srgbClr val="0B412B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𝐶𝑥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764162C-A776-6AEE-67B7-EEF14E7CA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847" y="1759489"/>
                <a:ext cx="1837529" cy="369332"/>
              </a:xfrm>
              <a:prstGeom prst="rect">
                <a:avLst/>
              </a:prstGeom>
              <a:blipFill>
                <a:blip r:embed="rId2"/>
                <a:stretch>
                  <a:fillRect b="-4839"/>
                </a:stretch>
              </a:blipFill>
              <a:ln>
                <a:solidFill>
                  <a:srgbClr val="FFFFFF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7DFFC005-DCFD-83F9-7A62-A7EBCE6F2A7D}"/>
              </a:ext>
            </a:extLst>
          </p:cNvPr>
          <p:cNvCxnSpPr>
            <a:cxnSpLocks/>
          </p:cNvCxnSpPr>
          <p:nvPr/>
        </p:nvCxnSpPr>
        <p:spPr>
          <a:xfrm flipV="1">
            <a:off x="604450" y="2378999"/>
            <a:ext cx="2700000" cy="146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C10A9F88-3F69-9DCD-E8C9-0AA911575DEB}"/>
                  </a:ext>
                </a:extLst>
              </p:cNvPr>
              <p:cNvSpPr txBox="1"/>
              <p:nvPr/>
            </p:nvSpPr>
            <p:spPr>
              <a:xfrm>
                <a:off x="1542400" y="2459196"/>
                <a:ext cx="8370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C10A9F88-3F69-9DCD-E8C9-0AA911575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00" y="2459196"/>
                <a:ext cx="8370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DCF6066-7AB2-CD08-D914-4B937C83F536}"/>
              </a:ext>
            </a:extLst>
          </p:cNvPr>
          <p:cNvCxnSpPr>
            <a:cxnSpLocks/>
            <a:stCxn id="6" idx="1"/>
          </p:cNvCxnSpPr>
          <p:nvPr/>
        </p:nvCxnSpPr>
        <p:spPr>
          <a:xfrm flipV="1">
            <a:off x="604450" y="457199"/>
            <a:ext cx="0" cy="940169"/>
          </a:xfrm>
          <a:prstGeom prst="line">
            <a:avLst/>
          </a:prstGeom>
          <a:ln>
            <a:solidFill>
              <a:srgbClr val="0F5B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5D1D3F-817B-7A53-8D5B-08DE242E2E29}"/>
                  </a:ext>
                </a:extLst>
              </p:cNvPr>
              <p:cNvSpPr txBox="1"/>
              <p:nvPr/>
            </p:nvSpPr>
            <p:spPr>
              <a:xfrm>
                <a:off x="262648" y="157158"/>
                <a:ext cx="791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5D1D3F-817B-7A53-8D5B-08DE242E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8" y="157158"/>
                <a:ext cx="7911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55F4E1F-D15A-0A23-C8FA-78566C2375F0}"/>
              </a:ext>
            </a:extLst>
          </p:cNvPr>
          <p:cNvCxnSpPr>
            <a:cxnSpLocks/>
          </p:cNvCxnSpPr>
          <p:nvPr/>
        </p:nvCxnSpPr>
        <p:spPr>
          <a:xfrm flipV="1">
            <a:off x="3308265" y="457199"/>
            <a:ext cx="0" cy="994427"/>
          </a:xfrm>
          <a:prstGeom prst="line">
            <a:avLst/>
          </a:prstGeom>
          <a:ln>
            <a:solidFill>
              <a:srgbClr val="0F5B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050A9E9-4A69-C6A3-F47C-52D6C7037BF9}"/>
                  </a:ext>
                </a:extLst>
              </p:cNvPr>
              <p:cNvSpPr txBox="1"/>
              <p:nvPr/>
            </p:nvSpPr>
            <p:spPr>
              <a:xfrm>
                <a:off x="2843536" y="143047"/>
                <a:ext cx="791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050A9E9-4A69-C6A3-F47C-52D6C7037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536" y="143047"/>
                <a:ext cx="7911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Imagem 29">
            <a:extLst>
              <a:ext uri="{FF2B5EF4-FFF2-40B4-BE49-F238E27FC236}">
                <a16:creationId xmlns:a16="http://schemas.microsoft.com/office/drawing/2014/main" id="{A1A47A6F-9271-0E71-F603-E034B3F7E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192" y="1597211"/>
            <a:ext cx="6350232" cy="43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24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2F53F9C-ADC5-D50D-1730-559A8D8C5A5E}"/>
              </a:ext>
            </a:extLst>
          </p:cNvPr>
          <p:cNvSpPr/>
          <p:nvPr/>
        </p:nvSpPr>
        <p:spPr>
          <a:xfrm>
            <a:off x="486094" y="1039749"/>
            <a:ext cx="233255" cy="1213281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455C521-EBB4-77ED-8F5B-C364AF144AA1}"/>
              </a:ext>
            </a:extLst>
          </p:cNvPr>
          <p:cNvCxnSpPr>
            <a:cxnSpLocks/>
          </p:cNvCxnSpPr>
          <p:nvPr/>
        </p:nvCxnSpPr>
        <p:spPr>
          <a:xfrm>
            <a:off x="719349" y="1039749"/>
            <a:ext cx="0" cy="12132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55DD773A-3DF4-4273-0985-BB569D3B2C3B}"/>
              </a:ext>
            </a:extLst>
          </p:cNvPr>
          <p:cNvSpPr/>
          <p:nvPr/>
        </p:nvSpPr>
        <p:spPr>
          <a:xfrm>
            <a:off x="719349" y="1431861"/>
            <a:ext cx="2700000" cy="3996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B41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6C27F98-9359-2A92-175F-1FB75D15214B}"/>
              </a:ext>
            </a:extLst>
          </p:cNvPr>
          <p:cNvCxnSpPr>
            <a:cxnSpLocks/>
          </p:cNvCxnSpPr>
          <p:nvPr/>
        </p:nvCxnSpPr>
        <p:spPr>
          <a:xfrm>
            <a:off x="3419349" y="891861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FEEA85D-EA30-A44B-67E2-C3AB8106C067}"/>
              </a:ext>
            </a:extLst>
          </p:cNvPr>
          <p:cNvSpPr txBox="1"/>
          <p:nvPr/>
        </p:nvSpPr>
        <p:spPr>
          <a:xfrm>
            <a:off x="3419348" y="691806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p</a:t>
            </a:r>
            <a:endParaRPr lang="pt-BR" b="1" dirty="0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0417842A-CFF7-E0CF-BAE1-E12BFEB26501}"/>
              </a:ext>
            </a:extLst>
          </p:cNvPr>
          <p:cNvCxnSpPr>
            <a:cxnSpLocks/>
          </p:cNvCxnSpPr>
          <p:nvPr/>
        </p:nvCxnSpPr>
        <p:spPr>
          <a:xfrm flipV="1">
            <a:off x="719348" y="2383842"/>
            <a:ext cx="2700000" cy="146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D57F947-3CD4-2E07-BC13-01E8C757B058}"/>
                  </a:ext>
                </a:extLst>
              </p:cNvPr>
              <p:cNvSpPr txBox="1"/>
              <p:nvPr/>
            </p:nvSpPr>
            <p:spPr>
              <a:xfrm>
                <a:off x="1657298" y="2464039"/>
                <a:ext cx="8370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D57F947-3CD4-2E07-BC13-01E8C757B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98" y="2464039"/>
                <a:ext cx="8370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tângulo 20">
            <a:extLst>
              <a:ext uri="{FF2B5EF4-FFF2-40B4-BE49-F238E27FC236}">
                <a16:creationId xmlns:a16="http://schemas.microsoft.com/office/drawing/2014/main" id="{6EF83E54-781A-F833-B95E-F892BE6F1F62}"/>
              </a:ext>
            </a:extLst>
          </p:cNvPr>
          <p:cNvSpPr/>
          <p:nvPr/>
        </p:nvSpPr>
        <p:spPr>
          <a:xfrm>
            <a:off x="620772" y="4776978"/>
            <a:ext cx="2700000" cy="3996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B41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3B12F450-99ED-EF40-9ACE-3FAA89A44E8A}"/>
              </a:ext>
            </a:extLst>
          </p:cNvPr>
          <p:cNvCxnSpPr>
            <a:cxnSpLocks/>
          </p:cNvCxnSpPr>
          <p:nvPr/>
        </p:nvCxnSpPr>
        <p:spPr>
          <a:xfrm>
            <a:off x="620772" y="423697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1BA2A74B-6B66-9890-7CA5-6F90B0F44887}"/>
              </a:ext>
            </a:extLst>
          </p:cNvPr>
          <p:cNvCxnSpPr>
            <a:cxnSpLocks/>
          </p:cNvCxnSpPr>
          <p:nvPr/>
        </p:nvCxnSpPr>
        <p:spPr>
          <a:xfrm>
            <a:off x="3320772" y="423697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4353FF70-E1A3-CC7F-18D4-FD223778A3F5}"/>
              </a:ext>
            </a:extLst>
          </p:cNvPr>
          <p:cNvCxnSpPr>
            <a:cxnSpLocks/>
          </p:cNvCxnSpPr>
          <p:nvPr/>
        </p:nvCxnSpPr>
        <p:spPr>
          <a:xfrm>
            <a:off x="1948440" y="424536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A7A25D3-4FA6-8FA9-2028-87856783BCD3}"/>
              </a:ext>
            </a:extLst>
          </p:cNvPr>
          <p:cNvCxnSpPr>
            <a:cxnSpLocks/>
          </p:cNvCxnSpPr>
          <p:nvPr/>
        </p:nvCxnSpPr>
        <p:spPr>
          <a:xfrm>
            <a:off x="1262640" y="423697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60184AAA-097B-CD83-B888-038AA42DF287}"/>
              </a:ext>
            </a:extLst>
          </p:cNvPr>
          <p:cNvCxnSpPr>
            <a:cxnSpLocks/>
          </p:cNvCxnSpPr>
          <p:nvPr/>
        </p:nvCxnSpPr>
        <p:spPr>
          <a:xfrm>
            <a:off x="3048008" y="423697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B2C6C74-613C-99D5-C673-B485560F90BF}"/>
              </a:ext>
            </a:extLst>
          </p:cNvPr>
          <p:cNvCxnSpPr>
            <a:cxnSpLocks/>
          </p:cNvCxnSpPr>
          <p:nvPr/>
        </p:nvCxnSpPr>
        <p:spPr>
          <a:xfrm>
            <a:off x="2362208" y="424128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8B5E4D42-144E-AF31-399D-3831048319EF}"/>
              </a:ext>
            </a:extLst>
          </p:cNvPr>
          <p:cNvCxnSpPr>
            <a:cxnSpLocks/>
          </p:cNvCxnSpPr>
          <p:nvPr/>
        </p:nvCxnSpPr>
        <p:spPr>
          <a:xfrm>
            <a:off x="1600208" y="424536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BA17E2A6-579C-338D-4034-EDEB5D492A16}"/>
              </a:ext>
            </a:extLst>
          </p:cNvPr>
          <p:cNvCxnSpPr>
            <a:cxnSpLocks/>
          </p:cNvCxnSpPr>
          <p:nvPr/>
        </p:nvCxnSpPr>
        <p:spPr>
          <a:xfrm>
            <a:off x="914408" y="423697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843ECEBC-F294-2002-D88A-10E2A5A52179}"/>
              </a:ext>
            </a:extLst>
          </p:cNvPr>
          <p:cNvCxnSpPr>
            <a:cxnSpLocks/>
          </p:cNvCxnSpPr>
          <p:nvPr/>
        </p:nvCxnSpPr>
        <p:spPr>
          <a:xfrm>
            <a:off x="2717808" y="4245368"/>
            <a:ext cx="0" cy="540000"/>
          </a:xfrm>
          <a:prstGeom prst="straightConnector1">
            <a:avLst/>
          </a:prstGeom>
          <a:ln>
            <a:solidFill>
              <a:srgbClr val="0B41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riângulo isósceles 30">
            <a:extLst>
              <a:ext uri="{FF2B5EF4-FFF2-40B4-BE49-F238E27FC236}">
                <a16:creationId xmlns:a16="http://schemas.microsoft.com/office/drawing/2014/main" id="{A228A358-AE2F-BE51-A0FC-25D471D9ACBC}"/>
              </a:ext>
            </a:extLst>
          </p:cNvPr>
          <p:cNvSpPr/>
          <p:nvPr/>
        </p:nvSpPr>
        <p:spPr>
          <a:xfrm>
            <a:off x="453103" y="5176665"/>
            <a:ext cx="335338" cy="259741"/>
          </a:xfrm>
          <a:prstGeom prst="triangl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0BEE98E7-8DB2-5ECB-493F-18611031F287}"/>
              </a:ext>
            </a:extLst>
          </p:cNvPr>
          <p:cNvSpPr/>
          <p:nvPr/>
        </p:nvSpPr>
        <p:spPr>
          <a:xfrm>
            <a:off x="3153103" y="5187107"/>
            <a:ext cx="335338" cy="259741"/>
          </a:xfrm>
          <a:prstGeom prst="triangl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80F94CD2-D7D4-FF97-470C-186306266CB6}"/>
                  </a:ext>
                </a:extLst>
              </p:cNvPr>
              <p:cNvSpPr txBox="1"/>
              <p:nvPr/>
            </p:nvSpPr>
            <p:spPr>
              <a:xfrm>
                <a:off x="1622760" y="3790702"/>
                <a:ext cx="6960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80F94CD2-D7D4-FF97-470C-186306266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760" y="3790702"/>
                <a:ext cx="69602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F867AAB8-9DF3-20F1-C577-7FAA0F7E619D}"/>
              </a:ext>
            </a:extLst>
          </p:cNvPr>
          <p:cNvCxnSpPr>
            <a:cxnSpLocks/>
          </p:cNvCxnSpPr>
          <p:nvPr/>
        </p:nvCxnSpPr>
        <p:spPr>
          <a:xfrm flipV="1">
            <a:off x="614073" y="5716665"/>
            <a:ext cx="2700000" cy="146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9BD6B62-B656-3F69-5A61-727CDCD515DC}"/>
                  </a:ext>
                </a:extLst>
              </p:cNvPr>
              <p:cNvSpPr txBox="1"/>
              <p:nvPr/>
            </p:nvSpPr>
            <p:spPr>
              <a:xfrm>
                <a:off x="1552023" y="5796862"/>
                <a:ext cx="8370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9BD6B62-B656-3F69-5A61-727CDCD51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023" y="5796862"/>
                <a:ext cx="8370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Imagem 35">
            <a:extLst>
              <a:ext uri="{FF2B5EF4-FFF2-40B4-BE49-F238E27FC236}">
                <a16:creationId xmlns:a16="http://schemas.microsoft.com/office/drawing/2014/main" id="{899AAE48-4407-4BAC-5A2D-404DD15FA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112" y="503393"/>
            <a:ext cx="4062590" cy="265631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F242254A-E310-ABD1-D664-30463B1E1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12" y="3429000"/>
            <a:ext cx="3913944" cy="302265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E85AFB8C-E2A7-BE21-51C0-E39DA2093027}"/>
              </a:ext>
            </a:extLst>
          </p:cNvPr>
          <p:cNvSpPr txBox="1"/>
          <p:nvPr/>
        </p:nvSpPr>
        <p:spPr>
          <a:xfrm>
            <a:off x="6472112" y="503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55D9C90-39C0-3687-C2AD-5ECC6A66220A}"/>
              </a:ext>
            </a:extLst>
          </p:cNvPr>
          <p:cNvSpPr txBox="1"/>
          <p:nvPr/>
        </p:nvSpPr>
        <p:spPr>
          <a:xfrm>
            <a:off x="6472112" y="3429000"/>
            <a:ext cx="410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370823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31E811-9C5C-2DED-4D67-CD4918A17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341" y="135332"/>
            <a:ext cx="7234518" cy="65955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D68F2C1-C2C8-9920-9886-4E01062B355A}"/>
              </a:ext>
            </a:extLst>
          </p:cNvPr>
          <p:cNvSpPr/>
          <p:nvPr/>
        </p:nvSpPr>
        <p:spPr>
          <a:xfrm>
            <a:off x="3738282" y="1640541"/>
            <a:ext cx="4047565" cy="40341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99988EB-7101-608B-46C9-A7B14060C562}"/>
                  </a:ext>
                </a:extLst>
              </p:cNvPr>
              <p:cNvSpPr txBox="1"/>
              <p:nvPr/>
            </p:nvSpPr>
            <p:spPr>
              <a:xfrm>
                <a:off x="3926541" y="517733"/>
                <a:ext cx="3859306" cy="49827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sz="2400" dirty="0"/>
                  <a:t>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99988EB-7101-608B-46C9-A7B14060C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541" y="517733"/>
                <a:ext cx="3859306" cy="498278"/>
              </a:xfrm>
              <a:prstGeom prst="rect">
                <a:avLst/>
              </a:prstGeom>
              <a:blipFill>
                <a:blip r:embed="rId3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F82B47C-0572-751E-40B0-9C841AB135E3}"/>
                  </a:ext>
                </a:extLst>
              </p:cNvPr>
              <p:cNvSpPr txBox="1"/>
              <p:nvPr/>
            </p:nvSpPr>
            <p:spPr>
              <a:xfrm>
                <a:off x="5074023" y="1694329"/>
                <a:ext cx="1376082" cy="4616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F82B47C-0572-751E-40B0-9C841AB1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023" y="1694329"/>
                <a:ext cx="137608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378D6EF-A0AB-BB18-D518-1398D2F5C0C6}"/>
                  </a:ext>
                </a:extLst>
              </p:cNvPr>
              <p:cNvSpPr txBox="1"/>
              <p:nvPr/>
            </p:nvSpPr>
            <p:spPr>
              <a:xfrm>
                <a:off x="4849905" y="5079615"/>
                <a:ext cx="1824318" cy="49084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378D6EF-A0AB-BB18-D518-1398D2F5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905" y="5079615"/>
                <a:ext cx="1824318" cy="490840"/>
              </a:xfrm>
              <a:prstGeom prst="rect">
                <a:avLst/>
              </a:prstGeom>
              <a:blipFill>
                <a:blip r:embed="rId5"/>
                <a:stretch>
                  <a:fillRect r="-334" b="-61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93EE6CF-4177-95DE-3EF1-8C612BED2D4C}"/>
                  </a:ext>
                </a:extLst>
              </p:cNvPr>
              <p:cNvSpPr txBox="1"/>
              <p:nvPr/>
            </p:nvSpPr>
            <p:spPr>
              <a:xfrm rot="16200000">
                <a:off x="3395385" y="3386972"/>
                <a:ext cx="1376082" cy="49084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93EE6CF-4177-95DE-3EF1-8C612BED2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395385" y="3386972"/>
                <a:ext cx="1376082" cy="490840"/>
              </a:xfrm>
              <a:prstGeom prst="rect">
                <a:avLst/>
              </a:prstGeom>
              <a:blipFill>
                <a:blip r:embed="rId6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B409F8A-E016-013D-85B6-5BD06DD4AFA1}"/>
                  </a:ext>
                </a:extLst>
              </p:cNvPr>
              <p:cNvSpPr txBox="1"/>
              <p:nvPr/>
            </p:nvSpPr>
            <p:spPr>
              <a:xfrm rot="16200000">
                <a:off x="6761628" y="3431796"/>
                <a:ext cx="1376082" cy="49084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B409F8A-E016-013D-85B6-5BD06DD4A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61628" y="3431796"/>
                <a:ext cx="1376082" cy="490840"/>
              </a:xfrm>
              <a:prstGeom prst="rect">
                <a:avLst/>
              </a:prstGeom>
              <a:blipFill>
                <a:blip r:embed="rId7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75EE1E-CBA9-FF97-3F6C-CBABB0E98B04}"/>
                  </a:ext>
                </a:extLst>
              </p:cNvPr>
              <p:cNvSpPr txBox="1"/>
              <p:nvPr/>
            </p:nvSpPr>
            <p:spPr>
              <a:xfrm>
                <a:off x="3588101" y="0"/>
                <a:ext cx="24990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75EE1E-CBA9-FF97-3F6C-CBABB0E98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101" y="0"/>
                <a:ext cx="249905" cy="461665"/>
              </a:xfrm>
              <a:prstGeom prst="rect">
                <a:avLst/>
              </a:prstGeom>
              <a:blipFill>
                <a:blip r:embed="rId8"/>
                <a:stretch>
                  <a:fillRect l="-7317" r="-48780" b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197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4955B-9951-DBB8-81AB-5C5933F4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7DECCB-7F5A-7177-ECDF-BD8D142D6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6B9F2F-62FB-6D79-69AE-54E011126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63716"/>
            <a:ext cx="7230483" cy="67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6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D3949E1-42CC-075E-A984-EEA950937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77" y="1929656"/>
            <a:ext cx="3834027" cy="3321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82D8637-D0D8-7975-F23C-3A8689447279}"/>
                  </a:ext>
                </a:extLst>
              </p:cNvPr>
              <p:cNvSpPr txBox="1"/>
              <p:nvPr/>
            </p:nvSpPr>
            <p:spPr>
              <a:xfrm>
                <a:off x="4676704" y="3225659"/>
                <a:ext cx="140641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82D8637-D0D8-7975-F23C-3A868944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04" y="3225659"/>
                <a:ext cx="1406411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B66213C-71FB-3678-DA80-197A73B8FEEA}"/>
              </a:ext>
            </a:extLst>
          </p:cNvPr>
          <p:cNvGrpSpPr/>
          <p:nvPr/>
        </p:nvGrpSpPr>
        <p:grpSpPr>
          <a:xfrm>
            <a:off x="6445455" y="1913666"/>
            <a:ext cx="4277247" cy="3500745"/>
            <a:chOff x="6498604" y="1534805"/>
            <a:chExt cx="4277247" cy="3500745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42BE553-09D6-503F-F649-355D8F1FD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527"/>
            <a:stretch>
              <a:fillRect/>
            </a:stretch>
          </p:blipFill>
          <p:spPr>
            <a:xfrm>
              <a:off x="6498604" y="1534805"/>
              <a:ext cx="4277247" cy="3354533"/>
            </a:xfrm>
            <a:prstGeom prst="rect">
              <a:avLst/>
            </a:prstGeom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CEAD607-E0EF-04CE-7D77-579393EA2BD6}"/>
                </a:ext>
              </a:extLst>
            </p:cNvPr>
            <p:cNvSpPr/>
            <p:nvPr/>
          </p:nvSpPr>
          <p:spPr>
            <a:xfrm>
              <a:off x="6540760" y="1534805"/>
              <a:ext cx="445857" cy="2922895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1" name="Triângulo isósceles 10">
              <a:extLst>
                <a:ext uri="{FF2B5EF4-FFF2-40B4-BE49-F238E27FC236}">
                  <a16:creationId xmlns:a16="http://schemas.microsoft.com/office/drawing/2014/main" id="{237910AC-4E4D-367B-D07B-8791FA952736}"/>
                </a:ext>
              </a:extLst>
            </p:cNvPr>
            <p:cNvSpPr/>
            <p:nvPr/>
          </p:nvSpPr>
          <p:spPr>
            <a:xfrm rot="5400000">
              <a:off x="6453339" y="4516786"/>
              <a:ext cx="577850" cy="459678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173704BB-FA19-31C2-41B3-80FD4EF383A9}"/>
              </a:ext>
            </a:extLst>
          </p:cNvPr>
          <p:cNvSpPr/>
          <p:nvPr/>
        </p:nvSpPr>
        <p:spPr>
          <a:xfrm>
            <a:off x="9912722" y="1820794"/>
            <a:ext cx="809980" cy="3042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Arco 13">
            <a:extLst>
              <a:ext uri="{FF2B5EF4-FFF2-40B4-BE49-F238E27FC236}">
                <a16:creationId xmlns:a16="http://schemas.microsoft.com/office/drawing/2014/main" id="{B883A4FE-55B2-AF0C-C060-72EBC024F5D1}"/>
              </a:ext>
            </a:extLst>
          </p:cNvPr>
          <p:cNvSpPr/>
          <p:nvPr/>
        </p:nvSpPr>
        <p:spPr>
          <a:xfrm>
            <a:off x="9129433" y="1913666"/>
            <a:ext cx="1444681" cy="2913328"/>
          </a:xfrm>
          <a:prstGeom prst="arc">
            <a:avLst>
              <a:gd name="adj1" fmla="val 16200000"/>
              <a:gd name="adj2" fmla="val 5372090"/>
            </a:avLst>
          </a:prstGeom>
          <a:solidFill>
            <a:schemeClr val="bg1"/>
          </a:solidFill>
          <a:ln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E3DE57C-2DB0-781F-97B5-975363D9FDF7}"/>
                  </a:ext>
                </a:extLst>
              </p:cNvPr>
              <p:cNvSpPr txBox="1"/>
              <p:nvPr/>
            </p:nvSpPr>
            <p:spPr>
              <a:xfrm>
                <a:off x="10625644" y="3128987"/>
                <a:ext cx="14074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E3DE57C-2DB0-781F-97B5-975363D9F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644" y="3128987"/>
                <a:ext cx="1407437" cy="461665"/>
              </a:xfrm>
              <a:prstGeom prst="rect">
                <a:avLst/>
              </a:prstGeom>
              <a:blipFill>
                <a:blip r:embed="rId5"/>
                <a:stretch>
                  <a:fillRect r="-1299" b="-15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625F3C9-A969-0B4A-0BBA-891682DE06D2}"/>
              </a:ext>
            </a:extLst>
          </p:cNvPr>
          <p:cNvCxnSpPr>
            <a:stCxn id="14" idx="1"/>
          </p:cNvCxnSpPr>
          <p:nvPr/>
        </p:nvCxnSpPr>
        <p:spPr>
          <a:xfrm>
            <a:off x="9851774" y="3370330"/>
            <a:ext cx="72234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47B552A-C1EC-158F-BBC0-54834C05DA09}"/>
              </a:ext>
            </a:extLst>
          </p:cNvPr>
          <p:cNvCxnSpPr/>
          <p:nvPr/>
        </p:nvCxnSpPr>
        <p:spPr>
          <a:xfrm>
            <a:off x="9851774" y="4603028"/>
            <a:ext cx="360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100818B-355A-C36B-0972-10464A12042D}"/>
              </a:ext>
            </a:extLst>
          </p:cNvPr>
          <p:cNvCxnSpPr/>
          <p:nvPr/>
        </p:nvCxnSpPr>
        <p:spPr>
          <a:xfrm>
            <a:off x="9851774" y="2137785"/>
            <a:ext cx="360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4FE6F9AD-72F8-667C-B04C-E8CE1598CD27}"/>
              </a:ext>
            </a:extLst>
          </p:cNvPr>
          <p:cNvCxnSpPr/>
          <p:nvPr/>
        </p:nvCxnSpPr>
        <p:spPr>
          <a:xfrm>
            <a:off x="9848267" y="2729353"/>
            <a:ext cx="612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CAC11C6-2F07-2EBE-8FBD-931BAA8342E1}"/>
              </a:ext>
            </a:extLst>
          </p:cNvPr>
          <p:cNvCxnSpPr/>
          <p:nvPr/>
        </p:nvCxnSpPr>
        <p:spPr>
          <a:xfrm>
            <a:off x="9848267" y="4011306"/>
            <a:ext cx="612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6275D072-DDB1-19CE-D17A-0F26A8D1E9E9}"/>
              </a:ext>
            </a:extLst>
          </p:cNvPr>
          <p:cNvCxnSpPr/>
          <p:nvPr/>
        </p:nvCxnSpPr>
        <p:spPr>
          <a:xfrm>
            <a:off x="9852086" y="3693059"/>
            <a:ext cx="684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32E9D221-9E75-A83A-0EC8-8B1DA4B441D6}"/>
              </a:ext>
            </a:extLst>
          </p:cNvPr>
          <p:cNvCxnSpPr/>
          <p:nvPr/>
        </p:nvCxnSpPr>
        <p:spPr>
          <a:xfrm>
            <a:off x="9852086" y="3052941"/>
            <a:ext cx="684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FEBCE05-B26E-5E5A-EBE2-32BD462E6459}"/>
              </a:ext>
            </a:extLst>
          </p:cNvPr>
          <p:cNvCxnSpPr/>
          <p:nvPr/>
        </p:nvCxnSpPr>
        <p:spPr>
          <a:xfrm>
            <a:off x="9838639" y="4338518"/>
            <a:ext cx="540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1398B57A-A236-1E33-F476-37A7AA836BAB}"/>
              </a:ext>
            </a:extLst>
          </p:cNvPr>
          <p:cNvCxnSpPr/>
          <p:nvPr/>
        </p:nvCxnSpPr>
        <p:spPr>
          <a:xfrm>
            <a:off x="9848267" y="2446965"/>
            <a:ext cx="540000" cy="0"/>
          </a:xfrm>
          <a:prstGeom prst="straightConnector1">
            <a:avLst/>
          </a:prstGeom>
          <a:ln w="381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FE6FA6C-9A1E-2B07-01F1-F2111C97EB66}"/>
              </a:ext>
            </a:extLst>
          </p:cNvPr>
          <p:cNvSpPr txBox="1"/>
          <p:nvPr/>
        </p:nvSpPr>
        <p:spPr>
          <a:xfrm>
            <a:off x="8183194" y="1390446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b)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154A71-259B-5620-EDCF-B8D4973CE49B}"/>
              </a:ext>
            </a:extLst>
          </p:cNvPr>
          <p:cNvSpPr txBox="1"/>
          <p:nvPr/>
        </p:nvSpPr>
        <p:spPr>
          <a:xfrm>
            <a:off x="2418888" y="1297574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a)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50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53D4FE-98FE-BBF0-047F-4B9A1E23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54" y="567586"/>
            <a:ext cx="4601217" cy="140037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FE0A89D-6F2E-DB75-518A-A2D24CAC122C}"/>
              </a:ext>
            </a:extLst>
          </p:cNvPr>
          <p:cNvSpPr/>
          <p:nvPr/>
        </p:nvSpPr>
        <p:spPr>
          <a:xfrm>
            <a:off x="920809" y="3429000"/>
            <a:ext cx="233255" cy="1213281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71CE04-DE3A-2D50-5253-F8B4343EFD09}"/>
              </a:ext>
            </a:extLst>
          </p:cNvPr>
          <p:cNvCxnSpPr>
            <a:cxnSpLocks/>
          </p:cNvCxnSpPr>
          <p:nvPr/>
        </p:nvCxnSpPr>
        <p:spPr>
          <a:xfrm>
            <a:off x="1154064" y="3429000"/>
            <a:ext cx="0" cy="12132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31EEB78F-4CF3-420F-D47E-6486C69D2B1F}"/>
              </a:ext>
            </a:extLst>
          </p:cNvPr>
          <p:cNvSpPr/>
          <p:nvPr/>
        </p:nvSpPr>
        <p:spPr>
          <a:xfrm>
            <a:off x="1154064" y="3821112"/>
            <a:ext cx="2700000" cy="3996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B41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6A884EF-2305-D504-E30E-30FEF34B7C3C}"/>
              </a:ext>
            </a:extLst>
          </p:cNvPr>
          <p:cNvCxnSpPr>
            <a:cxnSpLocks/>
          </p:cNvCxnSpPr>
          <p:nvPr/>
        </p:nvCxnSpPr>
        <p:spPr>
          <a:xfrm>
            <a:off x="3638912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ADA3867-A35B-963F-A0F7-A3BF50DB9CC3}"/>
              </a:ext>
            </a:extLst>
          </p:cNvPr>
          <p:cNvCxnSpPr>
            <a:cxnSpLocks/>
          </p:cNvCxnSpPr>
          <p:nvPr/>
        </p:nvCxnSpPr>
        <p:spPr>
          <a:xfrm flipV="1">
            <a:off x="1154063" y="4773093"/>
            <a:ext cx="2700000" cy="146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98F7739-CB03-B399-530D-ED7A725B423E}"/>
                  </a:ext>
                </a:extLst>
              </p:cNvPr>
              <p:cNvSpPr txBox="1"/>
              <p:nvPr/>
            </p:nvSpPr>
            <p:spPr>
              <a:xfrm>
                <a:off x="2092013" y="4853290"/>
                <a:ext cx="8370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rgbClr val="0B412B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98F7739-CB03-B399-530D-ED7A725B4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013" y="4853290"/>
                <a:ext cx="8370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06E1CE2-FD91-84BD-2FD3-A46980A5C9D2}"/>
              </a:ext>
            </a:extLst>
          </p:cNvPr>
          <p:cNvCxnSpPr>
            <a:cxnSpLocks/>
          </p:cNvCxnSpPr>
          <p:nvPr/>
        </p:nvCxnSpPr>
        <p:spPr>
          <a:xfrm>
            <a:off x="3145853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59D4C30-1B80-6ABD-3D57-1B127D7191D5}"/>
              </a:ext>
            </a:extLst>
          </p:cNvPr>
          <p:cNvCxnSpPr>
            <a:cxnSpLocks/>
          </p:cNvCxnSpPr>
          <p:nvPr/>
        </p:nvCxnSpPr>
        <p:spPr>
          <a:xfrm>
            <a:off x="2652794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843FFC3-5CFC-3BBE-5934-CDB45BBCB58B}"/>
              </a:ext>
            </a:extLst>
          </p:cNvPr>
          <p:cNvCxnSpPr>
            <a:cxnSpLocks/>
          </p:cNvCxnSpPr>
          <p:nvPr/>
        </p:nvCxnSpPr>
        <p:spPr>
          <a:xfrm>
            <a:off x="2159735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752F984-D386-5D87-6B65-F12B8D0C665E}"/>
              </a:ext>
            </a:extLst>
          </p:cNvPr>
          <p:cNvCxnSpPr>
            <a:cxnSpLocks/>
          </p:cNvCxnSpPr>
          <p:nvPr/>
        </p:nvCxnSpPr>
        <p:spPr>
          <a:xfrm>
            <a:off x="1666676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6E616CE-43F2-A218-10F3-912947ACBD42}"/>
              </a:ext>
            </a:extLst>
          </p:cNvPr>
          <p:cNvCxnSpPr>
            <a:cxnSpLocks/>
          </p:cNvCxnSpPr>
          <p:nvPr/>
        </p:nvCxnSpPr>
        <p:spPr>
          <a:xfrm>
            <a:off x="1173617" y="3281112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57D4201-C8C3-F71C-7095-F295039B2ED5}"/>
              </a:ext>
            </a:extLst>
          </p:cNvPr>
          <p:cNvCxnSpPr>
            <a:cxnSpLocks/>
          </p:cNvCxnSpPr>
          <p:nvPr/>
        </p:nvCxnSpPr>
        <p:spPr>
          <a:xfrm>
            <a:off x="3862468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57CA157-79FC-B988-1202-94A3DB5B61DF}"/>
              </a:ext>
            </a:extLst>
          </p:cNvPr>
          <p:cNvCxnSpPr>
            <a:cxnSpLocks/>
          </p:cNvCxnSpPr>
          <p:nvPr/>
        </p:nvCxnSpPr>
        <p:spPr>
          <a:xfrm>
            <a:off x="3393224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5343D61-5714-1D6A-8B19-A0A828B4F989}"/>
              </a:ext>
            </a:extLst>
          </p:cNvPr>
          <p:cNvCxnSpPr>
            <a:cxnSpLocks/>
          </p:cNvCxnSpPr>
          <p:nvPr/>
        </p:nvCxnSpPr>
        <p:spPr>
          <a:xfrm>
            <a:off x="2900165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3FA2857-C07E-E313-95F4-387D87EFF8FF}"/>
              </a:ext>
            </a:extLst>
          </p:cNvPr>
          <p:cNvCxnSpPr>
            <a:cxnSpLocks/>
          </p:cNvCxnSpPr>
          <p:nvPr/>
        </p:nvCxnSpPr>
        <p:spPr>
          <a:xfrm>
            <a:off x="2407106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A106127-3424-C89C-4CD1-04772F7E1A28}"/>
              </a:ext>
            </a:extLst>
          </p:cNvPr>
          <p:cNvCxnSpPr>
            <a:cxnSpLocks/>
          </p:cNvCxnSpPr>
          <p:nvPr/>
        </p:nvCxnSpPr>
        <p:spPr>
          <a:xfrm>
            <a:off x="1914047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987FF6EF-BDCF-7A1A-EBF9-418C5C89BAFB}"/>
              </a:ext>
            </a:extLst>
          </p:cNvPr>
          <p:cNvCxnSpPr>
            <a:cxnSpLocks/>
          </p:cNvCxnSpPr>
          <p:nvPr/>
        </p:nvCxnSpPr>
        <p:spPr>
          <a:xfrm>
            <a:off x="1420988" y="3285595"/>
            <a:ext cx="0" cy="540000"/>
          </a:xfrm>
          <a:prstGeom prst="straightConnector1">
            <a:avLst/>
          </a:prstGeom>
          <a:ln w="57150">
            <a:solidFill>
              <a:srgbClr val="0F5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D9658746-7C98-4E5F-DF6F-9A60A12FB42C}"/>
              </a:ext>
            </a:extLst>
          </p:cNvPr>
          <p:cNvCxnSpPr>
            <a:cxnSpLocks/>
          </p:cNvCxnSpPr>
          <p:nvPr/>
        </p:nvCxnSpPr>
        <p:spPr>
          <a:xfrm>
            <a:off x="1154063" y="3281112"/>
            <a:ext cx="2736900" cy="0"/>
          </a:xfrm>
          <a:prstGeom prst="line">
            <a:avLst/>
          </a:prstGeom>
          <a:ln>
            <a:solidFill>
              <a:srgbClr val="0F5B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4D88089-CC8B-C246-FCBF-4053FD4F195B}"/>
                  </a:ext>
                </a:extLst>
              </p:cNvPr>
              <p:cNvSpPr txBox="1"/>
              <p:nvPr/>
            </p:nvSpPr>
            <p:spPr>
              <a:xfrm>
                <a:off x="2169580" y="2899486"/>
                <a:ext cx="7305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F5B3D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b="0" i="1" smtClean="0">
                          <a:solidFill>
                            <a:srgbClr val="0F5B3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rgbClr val="0F5B3D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solidFill>
                            <a:srgbClr val="0F5B3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rgbClr val="0F5B3D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4D88089-CC8B-C246-FCBF-4053FD4F1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580" y="2899486"/>
                <a:ext cx="73058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95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63A4F6B-510B-F5C5-DBDB-2832EBE53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3915E88-181B-F9A4-D8D6-C9CA9D3AEF86}"/>
              </a:ext>
            </a:extLst>
          </p:cNvPr>
          <p:cNvSpPr txBox="1"/>
          <p:nvPr/>
        </p:nvSpPr>
        <p:spPr>
          <a:xfrm>
            <a:off x="6521823" y="309281"/>
            <a:ext cx="2554942" cy="646331"/>
          </a:xfrm>
          <a:prstGeom prst="rect">
            <a:avLst/>
          </a:prstGeom>
          <a:solidFill>
            <a:srgbClr val="A0B165"/>
          </a:solidFill>
          <a:ln>
            <a:solidFill>
              <a:srgbClr val="A0B1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D31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MDF/MEF/MVF</a:t>
            </a:r>
          </a:p>
          <a:p>
            <a:pPr algn="ctr"/>
            <a:r>
              <a:rPr lang="pt-BR" b="1" dirty="0">
                <a:solidFill>
                  <a:srgbClr val="0D31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TRADICIONAIS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32D0866-835D-BC26-6B19-696EE338A3E8}"/>
                  </a:ext>
                </a:extLst>
              </p:cNvPr>
              <p:cNvSpPr txBox="1"/>
              <p:nvPr/>
            </p:nvSpPr>
            <p:spPr>
              <a:xfrm>
                <a:off x="4545105" y="282807"/>
                <a:ext cx="887507" cy="794576"/>
              </a:xfrm>
              <a:prstGeom prst="rect">
                <a:avLst/>
              </a:prstGeom>
              <a:solidFill>
                <a:srgbClr val="FDEBAB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1" i="1" smtClean="0">
                              <a:solidFill>
                                <a:srgbClr val="3B65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1" i="1" smtClean="0">
                              <a:solidFill>
                                <a:srgbClr val="3B653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pt-BR" sz="2400" b="1" i="1" smtClean="0">
                              <a:solidFill>
                                <a:srgbClr val="3B653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pt-BR" sz="2400" b="1" i="1" smtClean="0">
                              <a:solidFill>
                                <a:srgbClr val="3B653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pt-BR" sz="2400" b="1" i="1" smtClean="0">
                              <a:solidFill>
                                <a:srgbClr val="3B653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  <m:r>
                        <a:rPr lang="pt-BR" sz="2400" b="1" i="1" smtClean="0">
                          <a:solidFill>
                            <a:srgbClr val="3B65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400" b="1" dirty="0">
                  <a:solidFill>
                    <a:srgbClr val="3B6531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32D0866-835D-BC26-6B19-696EE338A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05" y="282807"/>
                <a:ext cx="887507" cy="794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56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8410C3D-7341-1D8A-F24E-6A2FD4A6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0ED0E9F-97CF-6052-DD28-C5CCBABB8679}"/>
              </a:ext>
            </a:extLst>
          </p:cNvPr>
          <p:cNvSpPr/>
          <p:nvPr/>
        </p:nvSpPr>
        <p:spPr>
          <a:xfrm>
            <a:off x="3523129" y="3323216"/>
            <a:ext cx="1062318" cy="927848"/>
          </a:xfrm>
          <a:prstGeom prst="rect">
            <a:avLst/>
          </a:prstGeom>
          <a:solidFill>
            <a:srgbClr val="F7E3B4"/>
          </a:solidFill>
          <a:ln>
            <a:solidFill>
              <a:srgbClr val="F7E3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7FCD89-BE15-8305-594B-BE211A1385D3}"/>
              </a:ext>
            </a:extLst>
          </p:cNvPr>
          <p:cNvSpPr/>
          <p:nvPr/>
        </p:nvSpPr>
        <p:spPr>
          <a:xfrm>
            <a:off x="3515509" y="4258684"/>
            <a:ext cx="1062318" cy="221876"/>
          </a:xfrm>
          <a:prstGeom prst="rect">
            <a:avLst/>
          </a:prstGeom>
          <a:solidFill>
            <a:srgbClr val="9FB463"/>
          </a:solidFill>
          <a:ln>
            <a:solidFill>
              <a:srgbClr val="9FB4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048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114</Words>
  <Application>Microsoft Office PowerPoint</Application>
  <PresentationFormat>Widescreen</PresentationFormat>
  <Paragraphs>56</Paragraphs>
  <Slides>12</Slides>
  <Notes>0</Notes>
  <HiddenSlides>4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Tema do Office</vt:lpstr>
      <vt:lpstr>Uma breve ideia das NNs - Arquitetura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Souza</dc:creator>
  <cp:lastModifiedBy>Paulo Souza</cp:lastModifiedBy>
  <cp:revision>9</cp:revision>
  <dcterms:created xsi:type="dcterms:W3CDTF">2025-06-01T21:07:37Z</dcterms:created>
  <dcterms:modified xsi:type="dcterms:W3CDTF">2025-06-06T15:57:05Z</dcterms:modified>
</cp:coreProperties>
</file>